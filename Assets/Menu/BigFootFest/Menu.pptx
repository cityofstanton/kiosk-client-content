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A45"/>
    <a:srgbClr val="9A0000"/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9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262283" y="6845775"/>
            <a:ext cx="5726700" cy="2695951"/>
          </a:xfrm>
          <a:prstGeom prst="roundRect">
            <a:avLst>
              <a:gd name="adj" fmla="val 16667"/>
            </a:avLst>
          </a:prstGeom>
          <a:solidFill>
            <a:srgbClr val="336A4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246660" y="361060"/>
            <a:ext cx="5595904" cy="3107698"/>
          </a:xfrm>
          <a:prstGeom prst="roundRect">
            <a:avLst>
              <a:gd name="adj" fmla="val 16667"/>
            </a:avLst>
          </a:prstGeom>
          <a:solidFill>
            <a:srgbClr val="9A0000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Food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6" name="Google Shape;86;p13"/>
          <p:cNvSpPr/>
          <p:nvPr/>
        </p:nvSpPr>
        <p:spPr>
          <a:xfrm>
            <a:off x="12223377" y="361057"/>
            <a:ext cx="5639849" cy="2642480"/>
          </a:xfrm>
          <a:prstGeom prst="roundRect">
            <a:avLst>
              <a:gd name="adj" fmla="val 16667"/>
            </a:avLst>
          </a:prstGeom>
          <a:solidFill>
            <a:srgbClr val="336A4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50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Ice Cream</a:t>
            </a:r>
            <a:endParaRPr sz="1800"/>
          </a:p>
        </p:txBody>
      </p:sp>
      <p:sp>
        <p:nvSpPr>
          <p:cNvPr id="87" name="Google Shape;87;p13"/>
          <p:cNvSpPr/>
          <p:nvPr/>
        </p:nvSpPr>
        <p:spPr>
          <a:xfrm>
            <a:off x="12231922" y="3326740"/>
            <a:ext cx="5680800" cy="3106579"/>
          </a:xfrm>
          <a:prstGeom prst="roundRect">
            <a:avLst>
              <a:gd name="adj" fmla="val 16667"/>
            </a:avLst>
          </a:prstGeom>
          <a:solidFill>
            <a:srgbClr val="9A0000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8" name="Google Shape;88;p13"/>
          <p:cNvSpPr/>
          <p:nvPr/>
        </p:nvSpPr>
        <p:spPr>
          <a:xfrm>
            <a:off x="246660" y="4633682"/>
            <a:ext cx="5639850" cy="2360806"/>
          </a:xfrm>
          <a:prstGeom prst="roundRect">
            <a:avLst>
              <a:gd name="adj" fmla="val 16667"/>
            </a:avLst>
          </a:prstGeom>
          <a:solidFill>
            <a:srgbClr val="336A4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Add-Ons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31944" y="5334382"/>
            <a:ext cx="4048572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+Jalapeños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+Chili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361971" y="1338867"/>
            <a:ext cx="403872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Walking Tacos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Cheeseburgers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Hamburgers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Hotdog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2262283" y="1064589"/>
            <a:ext cx="209858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Dippin’ Dots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Slushies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Ice Cream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Fla-Vor-Ice</a:t>
            </a:r>
          </a:p>
        </p:txBody>
      </p:sp>
      <p:sp>
        <p:nvSpPr>
          <p:cNvPr id="97" name="Google Shape;97;p13"/>
          <p:cNvSpPr txBox="1"/>
          <p:nvPr/>
        </p:nvSpPr>
        <p:spPr>
          <a:xfrm>
            <a:off x="12223377" y="3981030"/>
            <a:ext cx="2794273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Cotton Candy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Candy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Ring Pops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Suckers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12300214" y="7562608"/>
            <a:ext cx="3530336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Pop/Water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Coffee/Hot Chocolate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Bug Juice</a:t>
            </a:r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F53A13E-BC7F-8565-4538-6A65BF07B3BC}"/>
              </a:ext>
            </a:extLst>
          </p:cNvPr>
          <p:cNvSpPr txBox="1"/>
          <p:nvPr/>
        </p:nvSpPr>
        <p:spPr>
          <a:xfrm>
            <a:off x="4414830" y="5322154"/>
            <a:ext cx="1303499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370884" y="1338866"/>
            <a:ext cx="128070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9B0F4187-B8F8-5B3F-A13D-5C3FC97DEE9B}"/>
              </a:ext>
            </a:extLst>
          </p:cNvPr>
          <p:cNvSpPr txBox="1"/>
          <p:nvPr/>
        </p:nvSpPr>
        <p:spPr>
          <a:xfrm>
            <a:off x="15463422" y="1064589"/>
            <a:ext cx="221165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16721534" y="3991188"/>
            <a:ext cx="1122694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$.50</a:t>
            </a: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5354301" y="7572355"/>
            <a:ext cx="253808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7E2FA63-7C60-89B2-6579-9C802CCC6477}"/>
              </a:ext>
            </a:extLst>
          </p:cNvPr>
          <p:cNvSpPr/>
          <p:nvPr/>
        </p:nvSpPr>
        <p:spPr>
          <a:xfrm>
            <a:off x="246660" y="7686677"/>
            <a:ext cx="5595904" cy="2314574"/>
          </a:xfrm>
          <a:prstGeom prst="roundRect">
            <a:avLst>
              <a:gd name="adj" fmla="val 16667"/>
            </a:avLst>
          </a:prstGeom>
          <a:solidFill>
            <a:srgbClr val="9A0000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Miscellaneous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0CFE8B08-AEF9-5FCD-A749-23E5B3F1C5A3}"/>
              </a:ext>
            </a:extLst>
          </p:cNvPr>
          <p:cNvSpPr txBox="1"/>
          <p:nvPr/>
        </p:nvSpPr>
        <p:spPr>
          <a:xfrm>
            <a:off x="332154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Medicine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Miscellaneous</a:t>
            </a:r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0F986EFF-2F84-5C71-D3A8-24F1E6CFEFD3}"/>
              </a:ext>
            </a:extLst>
          </p:cNvPr>
          <p:cNvSpPr txBox="1"/>
          <p:nvPr/>
        </p:nvSpPr>
        <p:spPr>
          <a:xfrm>
            <a:off x="3097671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$2.00 - $5.00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FBA684-9AE8-E20E-015E-A719FA4EA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878" y="-613959"/>
            <a:ext cx="6089540" cy="60895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C75373-0EE2-ADF1-9689-B9E57561B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472" y="5190284"/>
            <a:ext cx="5701181" cy="3356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104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Corben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29</cp:revision>
  <dcterms:modified xsi:type="dcterms:W3CDTF">2026-05-28T04:55:42Z</dcterms:modified>
</cp:coreProperties>
</file>