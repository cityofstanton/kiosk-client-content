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Corben" panose="020B0604020202020204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6295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3600">
                <a:solidFill>
                  <a:srgbClr val="888888"/>
                </a:solidFill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3000">
                <a:solidFill>
                  <a:srgbClr val="888888"/>
                </a:solidFill>
              </a:defRPr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700">
                <a:solidFill>
                  <a:srgbClr val="888888"/>
                </a:solidFill>
              </a:defRPr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9258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 b="1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259683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 b="1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6477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4800"/>
            </a:lvl1pPr>
            <a:lvl2pPr marL="1371600" lvl="1" indent="-609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200"/>
            </a:lvl2pPr>
            <a:lvl3pPr marL="2057400" lvl="2" indent="-5715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600"/>
            </a:lvl3pPr>
            <a:lvl4pPr marL="2743200" lvl="3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4pPr>
            <a:lvl5pPr marL="3429000" lvl="4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5pPr>
            <a:lvl6pPr marL="4114800" lvl="5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6pPr>
            <a:lvl7pPr marL="4800600" lvl="6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7pPr>
            <a:lvl8pPr marL="5486400" lvl="7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8pPr>
            <a:lvl9pPr marL="6172200" lvl="8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00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00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00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00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5880497" y="-1884759"/>
            <a:ext cx="6527007" cy="15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10700147" y="2934891"/>
            <a:ext cx="8717757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2699147" y="-894159"/>
            <a:ext cx="8717757" cy="1160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33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2262283" y="6845775"/>
            <a:ext cx="5726700" cy="2695951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Drinks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85" name="Google Shape;85;p13"/>
          <p:cNvSpPr/>
          <p:nvPr/>
        </p:nvSpPr>
        <p:spPr>
          <a:xfrm>
            <a:off x="246660" y="361059"/>
            <a:ext cx="5595904" cy="35307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Food</a:t>
            </a:r>
            <a:endParaRPr lang="en-US"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86" name="Google Shape;86;p13"/>
          <p:cNvSpPr/>
          <p:nvPr/>
        </p:nvSpPr>
        <p:spPr>
          <a:xfrm>
            <a:off x="12223377" y="361057"/>
            <a:ext cx="5639849" cy="2526823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50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Ice Cream</a:t>
            </a:r>
            <a:endParaRPr sz="1800"/>
          </a:p>
        </p:txBody>
      </p:sp>
      <p:sp>
        <p:nvSpPr>
          <p:cNvPr id="87" name="Google Shape;87;p13"/>
          <p:cNvSpPr/>
          <p:nvPr/>
        </p:nvSpPr>
        <p:spPr>
          <a:xfrm>
            <a:off x="12231922" y="3227350"/>
            <a:ext cx="5680800" cy="310657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Snacks</a:t>
            </a:r>
            <a:endParaRPr sz="2700" dirty="0">
              <a:solidFill>
                <a:schemeClr val="lt1"/>
              </a:solidFill>
              <a:latin typeface="Corben"/>
              <a:ea typeface="Corben"/>
              <a:cs typeface="Corben"/>
              <a:sym typeface="Corben"/>
            </a:endParaRPr>
          </a:p>
          <a:p>
            <a:endParaRPr sz="3150" dirty="0"/>
          </a:p>
        </p:txBody>
      </p:sp>
      <p:sp>
        <p:nvSpPr>
          <p:cNvPr id="88" name="Google Shape;88;p13"/>
          <p:cNvSpPr/>
          <p:nvPr/>
        </p:nvSpPr>
        <p:spPr>
          <a:xfrm>
            <a:off x="246660" y="4633682"/>
            <a:ext cx="5639850" cy="236080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Add-Ons</a:t>
            </a:r>
            <a:endParaRPr sz="27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91" name="Google Shape;91;p13"/>
          <p:cNvSpPr/>
          <p:nvPr/>
        </p:nvSpPr>
        <p:spPr>
          <a:xfrm>
            <a:off x="6120210" y="9575388"/>
            <a:ext cx="6047550" cy="55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2700" b="1" u="sng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StantonKY.gov/parks</a:t>
            </a:r>
            <a:endParaRPr sz="27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7086947" y="8096369"/>
            <a:ext cx="4111650" cy="137925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 to our website to rent our Pavilions for your next private party!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31944" y="5334382"/>
            <a:ext cx="4048572" cy="152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+Cheese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+Jalapeños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+Chili</a:t>
            </a:r>
          </a:p>
        </p:txBody>
      </p:sp>
      <p:sp>
        <p:nvSpPr>
          <p:cNvPr id="94" name="Google Shape;94;p13"/>
          <p:cNvSpPr txBox="1"/>
          <p:nvPr/>
        </p:nvSpPr>
        <p:spPr>
          <a:xfrm>
            <a:off x="361971" y="1338867"/>
            <a:ext cx="4038729" cy="235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Pretzels 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Nachos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Hotdog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Pizza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Pickles</a:t>
            </a:r>
          </a:p>
        </p:txBody>
      </p:sp>
      <p:sp>
        <p:nvSpPr>
          <p:cNvPr id="95" name="Google Shape;95;p13"/>
          <p:cNvSpPr txBox="1"/>
          <p:nvPr/>
        </p:nvSpPr>
        <p:spPr>
          <a:xfrm>
            <a:off x="12262283" y="1064589"/>
            <a:ext cx="2098588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Dippin’ Dots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Slushies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Ice Cream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Fla-Vor-Ice</a:t>
            </a:r>
          </a:p>
        </p:txBody>
      </p:sp>
      <p:sp>
        <p:nvSpPr>
          <p:cNvPr id="97" name="Google Shape;97;p13"/>
          <p:cNvSpPr txBox="1"/>
          <p:nvPr/>
        </p:nvSpPr>
        <p:spPr>
          <a:xfrm>
            <a:off x="12223377" y="3881640"/>
            <a:ext cx="2794273" cy="235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Cotton Candy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Candy 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Chips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Ring Pops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Suckers</a:t>
            </a:r>
          </a:p>
        </p:txBody>
      </p:sp>
      <p:sp>
        <p:nvSpPr>
          <p:cNvPr id="98" name="Google Shape;98;p13"/>
          <p:cNvSpPr txBox="1"/>
          <p:nvPr/>
        </p:nvSpPr>
        <p:spPr>
          <a:xfrm>
            <a:off x="12300214" y="7562608"/>
            <a:ext cx="3530336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Gatorade 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Pop/Water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Coffee/Hot Chocolate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Bug Juice</a:t>
            </a:r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1F53A13E-BC7F-8565-4538-6A65BF07B3BC}"/>
              </a:ext>
            </a:extLst>
          </p:cNvPr>
          <p:cNvSpPr txBox="1"/>
          <p:nvPr/>
        </p:nvSpPr>
        <p:spPr>
          <a:xfrm>
            <a:off x="4414830" y="5322154"/>
            <a:ext cx="1303499" cy="152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</p:txBody>
      </p:sp>
      <p:sp>
        <p:nvSpPr>
          <p:cNvPr id="7" name="Google Shape;94;p13">
            <a:extLst>
              <a:ext uri="{FF2B5EF4-FFF2-40B4-BE49-F238E27FC236}">
                <a16:creationId xmlns:a16="http://schemas.microsoft.com/office/drawing/2014/main" id="{62947C0C-DF09-8682-D88B-73DDCB7FCE97}"/>
              </a:ext>
            </a:extLst>
          </p:cNvPr>
          <p:cNvSpPr txBox="1"/>
          <p:nvPr/>
        </p:nvSpPr>
        <p:spPr>
          <a:xfrm>
            <a:off x="4370884" y="1338866"/>
            <a:ext cx="1280708" cy="235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$2.50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$2.50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</p:txBody>
      </p:sp>
      <p:sp>
        <p:nvSpPr>
          <p:cNvPr id="8" name="Google Shape;95;p13">
            <a:extLst>
              <a:ext uri="{FF2B5EF4-FFF2-40B4-BE49-F238E27FC236}">
                <a16:creationId xmlns:a16="http://schemas.microsoft.com/office/drawing/2014/main" id="{9B0F4187-B8F8-5B3F-A13D-5C3FC97DEE9B}"/>
              </a:ext>
            </a:extLst>
          </p:cNvPr>
          <p:cNvSpPr txBox="1"/>
          <p:nvPr/>
        </p:nvSpPr>
        <p:spPr>
          <a:xfrm>
            <a:off x="15463422" y="1064589"/>
            <a:ext cx="2211659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$5.00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7;p13">
            <a:extLst>
              <a:ext uri="{FF2B5EF4-FFF2-40B4-BE49-F238E27FC236}">
                <a16:creationId xmlns:a16="http://schemas.microsoft.com/office/drawing/2014/main" id="{9EE1B95F-CD3F-A7D2-DA60-CF6FF5A03971}"/>
              </a:ext>
            </a:extLst>
          </p:cNvPr>
          <p:cNvSpPr txBox="1"/>
          <p:nvPr/>
        </p:nvSpPr>
        <p:spPr>
          <a:xfrm>
            <a:off x="16721534" y="3891798"/>
            <a:ext cx="1122694" cy="235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$1.50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$.50</a:t>
            </a:r>
          </a:p>
        </p:txBody>
      </p:sp>
      <p:sp>
        <p:nvSpPr>
          <p:cNvPr id="10" name="Google Shape;91;p13">
            <a:extLst>
              <a:ext uri="{FF2B5EF4-FFF2-40B4-BE49-F238E27FC236}">
                <a16:creationId xmlns:a16="http://schemas.microsoft.com/office/drawing/2014/main" id="{E768E4BB-7294-C79C-DC9A-3463E11732F0}"/>
              </a:ext>
            </a:extLst>
          </p:cNvPr>
          <p:cNvSpPr/>
          <p:nvPr/>
        </p:nvSpPr>
        <p:spPr>
          <a:xfrm>
            <a:off x="12764787" y="9630601"/>
            <a:ext cx="4635695" cy="55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 All prices subject to change without notice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98;p13">
            <a:extLst>
              <a:ext uri="{FF2B5EF4-FFF2-40B4-BE49-F238E27FC236}">
                <a16:creationId xmlns:a16="http://schemas.microsoft.com/office/drawing/2014/main" id="{9F9E3A06-0A0F-C025-E6F2-8911E904EE99}"/>
              </a:ext>
            </a:extLst>
          </p:cNvPr>
          <p:cNvSpPr txBox="1"/>
          <p:nvPr/>
        </p:nvSpPr>
        <p:spPr>
          <a:xfrm>
            <a:off x="15354301" y="7572355"/>
            <a:ext cx="2538084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</p:txBody>
      </p:sp>
      <p:sp>
        <p:nvSpPr>
          <p:cNvPr id="2" name="Google Shape;85;p13">
            <a:extLst>
              <a:ext uri="{FF2B5EF4-FFF2-40B4-BE49-F238E27FC236}">
                <a16:creationId xmlns:a16="http://schemas.microsoft.com/office/drawing/2014/main" id="{07E2FA63-7C60-89B2-6579-9C802CCC6477}"/>
              </a:ext>
            </a:extLst>
          </p:cNvPr>
          <p:cNvSpPr/>
          <p:nvPr/>
        </p:nvSpPr>
        <p:spPr>
          <a:xfrm>
            <a:off x="246660" y="7686677"/>
            <a:ext cx="5595904" cy="2314574"/>
          </a:xfrm>
          <a:prstGeom prst="roundRect">
            <a:avLst>
              <a:gd name="adj" fmla="val 16667"/>
            </a:avLst>
          </a:prstGeom>
          <a:solidFill>
            <a:schemeClr val="accent2">
              <a:lumMod val="75000"/>
            </a:schemeClr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0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Miscellaneous</a:t>
            </a:r>
            <a:endParaRPr lang="en-US"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4" name="Google Shape;94;p13">
            <a:extLst>
              <a:ext uri="{FF2B5EF4-FFF2-40B4-BE49-F238E27FC236}">
                <a16:creationId xmlns:a16="http://schemas.microsoft.com/office/drawing/2014/main" id="{0CFE8B08-AEF9-5FCD-A749-23E5B3F1C5A3}"/>
              </a:ext>
            </a:extLst>
          </p:cNvPr>
          <p:cNvSpPr txBox="1"/>
          <p:nvPr/>
        </p:nvSpPr>
        <p:spPr>
          <a:xfrm>
            <a:off x="332154" y="8704241"/>
            <a:ext cx="2553921" cy="110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Medicine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Miscellaneous</a:t>
            </a:r>
          </a:p>
        </p:txBody>
      </p:sp>
      <p:sp>
        <p:nvSpPr>
          <p:cNvPr id="5" name="Google Shape;94;p13">
            <a:extLst>
              <a:ext uri="{FF2B5EF4-FFF2-40B4-BE49-F238E27FC236}">
                <a16:creationId xmlns:a16="http://schemas.microsoft.com/office/drawing/2014/main" id="{0F986EFF-2F84-5C71-D3A8-24F1E6CFEFD3}"/>
              </a:ext>
            </a:extLst>
          </p:cNvPr>
          <p:cNvSpPr txBox="1"/>
          <p:nvPr/>
        </p:nvSpPr>
        <p:spPr>
          <a:xfrm>
            <a:off x="3097671" y="8704241"/>
            <a:ext cx="2553921" cy="110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$2.00 - $5.00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DFFE28-0DC2-C292-2CB4-E35F1617B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752" y="-484192"/>
            <a:ext cx="6093184" cy="6093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120</Words>
  <Application>Microsoft Office PowerPoint</Application>
  <PresentationFormat>Custom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Corben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Chad Birch</dc:creator>
  <cp:lastModifiedBy>Chad Birch</cp:lastModifiedBy>
  <cp:revision>28</cp:revision>
  <dcterms:modified xsi:type="dcterms:W3CDTF">2026-10-14T19:09:46Z</dcterms:modified>
</cp:coreProperties>
</file>