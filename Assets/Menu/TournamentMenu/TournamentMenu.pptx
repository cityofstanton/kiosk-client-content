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3"/>
  </p:notesMasterIdLst>
  <p:sldIdLst>
    <p:sldId id="256" r:id="rId2"/>
  </p:sldIdLst>
  <p:sldSz cx="18288000" cy="10287000"/>
  <p:notesSz cx="6858000" cy="9144000"/>
  <p:embeddedFontLst>
    <p:embeddedFont>
      <p:font typeface="Corben" panose="020B0604020202020204" charset="0"/>
      <p:regular r:id="rId4"/>
      <p:bold r:id="rId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21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21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21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21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21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21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21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21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21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B9BD5"/>
    <a:srgbClr val="62953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6" d="100"/>
          <a:sy n="96" d="100"/>
        </p:scale>
        <p:origin x="894" y="4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notesMaster" Target="notesMasters/notesMaster1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font" Target="fonts/font2.fntdata"/><Relationship Id="rId4" Type="http://schemas.openxmlformats.org/officeDocument/2006/relationships/font" Target="fonts/font1.fntdata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21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21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21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21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21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21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21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21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21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ctrTitle"/>
          </p:nvPr>
        </p:nvSpPr>
        <p:spPr>
          <a:xfrm>
            <a:off x="2286000" y="1683545"/>
            <a:ext cx="13716000" cy="358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9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ubTitle" idx="1"/>
          </p:nvPr>
        </p:nvSpPr>
        <p:spPr>
          <a:xfrm>
            <a:off x="2286000" y="5403057"/>
            <a:ext cx="13716000" cy="24836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3600"/>
            </a:lvl1pPr>
            <a:lvl2pPr lvl="1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3000"/>
            </a:lvl2pPr>
            <a:lvl3pPr lvl="2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700"/>
            </a:lvl3pPr>
            <a:lvl4pPr lvl="3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2400"/>
            </a:lvl4pPr>
            <a:lvl5pPr lvl="4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2400"/>
            </a:lvl5pPr>
            <a:lvl6pPr lvl="5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2400"/>
            </a:lvl6pPr>
            <a:lvl7pPr lvl="6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2400"/>
            </a:lvl7pPr>
            <a:lvl8pPr lvl="7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2400"/>
            </a:lvl8pPr>
            <a:lvl9pPr lvl="8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2400"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dt" idx="10"/>
          </p:nvPr>
        </p:nvSpPr>
        <p:spPr>
          <a:xfrm>
            <a:off x="1257300" y="9534526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2"/>
          <p:cNvSpPr txBox="1">
            <a:spLocks noGrp="1"/>
          </p:cNvSpPr>
          <p:nvPr>
            <p:ph type="ftr" idx="11"/>
          </p:nvPr>
        </p:nvSpPr>
        <p:spPr>
          <a:xfrm>
            <a:off x="6057900" y="9534526"/>
            <a:ext cx="61722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2"/>
          <p:cNvSpPr txBox="1">
            <a:spLocks noGrp="1"/>
          </p:cNvSpPr>
          <p:nvPr>
            <p:ph type="sldNum" idx="12"/>
          </p:nvPr>
        </p:nvSpPr>
        <p:spPr>
          <a:xfrm>
            <a:off x="12915900" y="9534526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1257300" y="547688"/>
            <a:ext cx="15773400" cy="19883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1257300" y="2738438"/>
            <a:ext cx="15773400" cy="65270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685800" lvl="0" indent="-51435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1371600" lvl="1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2057400" lvl="2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2743200" lvl="3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3429000" lvl="4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4114800" lvl="5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4800600" lvl="6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5486400" lvl="7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6172200" lvl="8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1257300" y="9534526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6057900" y="9534526"/>
            <a:ext cx="61722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12915900" y="9534526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1247775" y="2564608"/>
            <a:ext cx="15773400" cy="42791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9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1247775" y="6884195"/>
            <a:ext cx="15773400" cy="22502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685800" lvl="0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3600">
                <a:solidFill>
                  <a:srgbClr val="888888"/>
                </a:solidFill>
              </a:defRPr>
            </a:lvl1pPr>
            <a:lvl2pPr marL="1371600" lvl="1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3000">
                <a:solidFill>
                  <a:srgbClr val="888888"/>
                </a:solidFill>
              </a:defRPr>
            </a:lvl2pPr>
            <a:lvl3pPr marL="2057400" lvl="2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2700">
                <a:solidFill>
                  <a:srgbClr val="888888"/>
                </a:solidFill>
              </a:defRPr>
            </a:lvl3pPr>
            <a:lvl4pPr marL="2743200" lvl="3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2400">
                <a:solidFill>
                  <a:srgbClr val="888888"/>
                </a:solidFill>
              </a:defRPr>
            </a:lvl4pPr>
            <a:lvl5pPr marL="3429000" lvl="4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2400">
                <a:solidFill>
                  <a:srgbClr val="888888"/>
                </a:solidFill>
              </a:defRPr>
            </a:lvl5pPr>
            <a:lvl6pPr marL="4114800" lvl="5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2400">
                <a:solidFill>
                  <a:srgbClr val="888888"/>
                </a:solidFill>
              </a:defRPr>
            </a:lvl6pPr>
            <a:lvl7pPr marL="4800600" lvl="6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2400">
                <a:solidFill>
                  <a:srgbClr val="888888"/>
                </a:solidFill>
              </a:defRPr>
            </a:lvl7pPr>
            <a:lvl8pPr marL="5486400" lvl="7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2400">
                <a:solidFill>
                  <a:srgbClr val="888888"/>
                </a:solidFill>
              </a:defRPr>
            </a:lvl8pPr>
            <a:lvl9pPr marL="6172200" lvl="8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2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1257300" y="9534526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6057900" y="9534526"/>
            <a:ext cx="61722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12915900" y="9534526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1257300" y="547688"/>
            <a:ext cx="15773400" cy="19883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1257300" y="2738438"/>
            <a:ext cx="7772400" cy="65270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685800" lvl="0" indent="-51435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1371600" lvl="1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2057400" lvl="2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2743200" lvl="3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3429000" lvl="4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4114800" lvl="5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4800600" lvl="6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5486400" lvl="7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6172200" lvl="8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9258300" y="2738438"/>
            <a:ext cx="7772400" cy="65270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685800" lvl="0" indent="-51435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1371600" lvl="1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2057400" lvl="2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2743200" lvl="3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3429000" lvl="4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4114800" lvl="5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4800600" lvl="6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5486400" lvl="7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6172200" lvl="8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1257300" y="9534526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6057900" y="9534526"/>
            <a:ext cx="61722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12915900" y="9534526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1259682" y="547688"/>
            <a:ext cx="15773400" cy="19883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1259683" y="2521745"/>
            <a:ext cx="7736681" cy="12358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685800" lvl="0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3600" b="1"/>
            </a:lvl1pPr>
            <a:lvl2pPr marL="1371600" lvl="1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3000" b="1"/>
            </a:lvl2pPr>
            <a:lvl3pPr marL="2057400" lvl="2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700" b="1"/>
            </a:lvl3pPr>
            <a:lvl4pPr marL="2743200" lvl="3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2400" b="1"/>
            </a:lvl4pPr>
            <a:lvl5pPr marL="3429000" lvl="4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2400" b="1"/>
            </a:lvl5pPr>
            <a:lvl6pPr marL="4114800" lvl="5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2400" b="1"/>
            </a:lvl6pPr>
            <a:lvl7pPr marL="4800600" lvl="6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2400" b="1"/>
            </a:lvl7pPr>
            <a:lvl8pPr marL="5486400" lvl="7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2400" b="1"/>
            </a:lvl8pPr>
            <a:lvl9pPr marL="6172200" lvl="8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24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1259683" y="3757613"/>
            <a:ext cx="7736681" cy="55268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685800" lvl="0" indent="-51435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1371600" lvl="1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2057400" lvl="2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2743200" lvl="3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3429000" lvl="4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4114800" lvl="5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4800600" lvl="6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5486400" lvl="7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6172200" lvl="8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9258300" y="2521745"/>
            <a:ext cx="7774782" cy="12358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685800" lvl="0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3600" b="1"/>
            </a:lvl1pPr>
            <a:lvl2pPr marL="1371600" lvl="1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3000" b="1"/>
            </a:lvl2pPr>
            <a:lvl3pPr marL="2057400" lvl="2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700" b="1"/>
            </a:lvl3pPr>
            <a:lvl4pPr marL="2743200" lvl="3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2400" b="1"/>
            </a:lvl4pPr>
            <a:lvl5pPr marL="3429000" lvl="4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2400" b="1"/>
            </a:lvl5pPr>
            <a:lvl6pPr marL="4114800" lvl="5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2400" b="1"/>
            </a:lvl6pPr>
            <a:lvl7pPr marL="4800600" lvl="6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2400" b="1"/>
            </a:lvl7pPr>
            <a:lvl8pPr marL="5486400" lvl="7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2400" b="1"/>
            </a:lvl8pPr>
            <a:lvl9pPr marL="6172200" lvl="8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24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9258300" y="3757613"/>
            <a:ext cx="7774782" cy="55268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685800" lvl="0" indent="-51435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1371600" lvl="1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2057400" lvl="2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2743200" lvl="3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3429000" lvl="4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4114800" lvl="5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4800600" lvl="6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5486400" lvl="7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6172200" lvl="8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1257300" y="9534526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6057900" y="9534526"/>
            <a:ext cx="61722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12915900" y="9534526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1257300" y="547688"/>
            <a:ext cx="15773400" cy="19883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1257300" y="9534526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6057900" y="9534526"/>
            <a:ext cx="61722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12915900" y="9534526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1259683" y="685800"/>
            <a:ext cx="5898356" cy="24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7774782" y="1481138"/>
            <a:ext cx="9258300" cy="73104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685800" lvl="0" indent="-6477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4800"/>
            </a:lvl1pPr>
            <a:lvl2pPr marL="1371600" lvl="1" indent="-609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4200"/>
            </a:lvl2pPr>
            <a:lvl3pPr marL="2057400" lvl="2" indent="-5715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3600"/>
            </a:lvl3pPr>
            <a:lvl4pPr marL="2743200" lvl="3" indent="-5334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3000"/>
            </a:lvl4pPr>
            <a:lvl5pPr marL="3429000" lvl="4" indent="-5334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3000"/>
            </a:lvl5pPr>
            <a:lvl6pPr marL="4114800" lvl="5" indent="-5334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3000"/>
            </a:lvl6pPr>
            <a:lvl7pPr marL="4800600" lvl="6" indent="-5334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3000"/>
            </a:lvl7pPr>
            <a:lvl8pPr marL="5486400" lvl="7" indent="-5334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3000"/>
            </a:lvl8pPr>
            <a:lvl9pPr marL="6172200" lvl="8" indent="-5334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3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1259683" y="3086100"/>
            <a:ext cx="5898356" cy="57173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685800" lvl="0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2400"/>
            </a:lvl1pPr>
            <a:lvl2pPr marL="1371600" lvl="1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2100"/>
            </a:lvl2pPr>
            <a:lvl3pPr marL="2057400" lvl="2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800"/>
            </a:lvl3pPr>
            <a:lvl4pPr marL="2743200" lvl="3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500"/>
            </a:lvl4pPr>
            <a:lvl5pPr marL="3429000" lvl="4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500"/>
            </a:lvl5pPr>
            <a:lvl6pPr marL="4114800" lvl="5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500"/>
            </a:lvl6pPr>
            <a:lvl7pPr marL="4800600" lvl="6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500"/>
            </a:lvl7pPr>
            <a:lvl8pPr marL="5486400" lvl="7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500"/>
            </a:lvl8pPr>
            <a:lvl9pPr marL="6172200" lvl="8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5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1257300" y="9534526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6057900" y="9534526"/>
            <a:ext cx="61722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12915900" y="9534526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259683" y="685800"/>
            <a:ext cx="5898356" cy="24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7774782" y="1481138"/>
            <a:ext cx="9258300" cy="7310438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259683" y="3086100"/>
            <a:ext cx="5898356" cy="57173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685800" lvl="0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2400"/>
            </a:lvl1pPr>
            <a:lvl2pPr marL="1371600" lvl="1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2100"/>
            </a:lvl2pPr>
            <a:lvl3pPr marL="2057400" lvl="2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800"/>
            </a:lvl3pPr>
            <a:lvl4pPr marL="2743200" lvl="3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500"/>
            </a:lvl4pPr>
            <a:lvl5pPr marL="3429000" lvl="4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500"/>
            </a:lvl5pPr>
            <a:lvl6pPr marL="4114800" lvl="5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500"/>
            </a:lvl6pPr>
            <a:lvl7pPr marL="4800600" lvl="6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500"/>
            </a:lvl7pPr>
            <a:lvl8pPr marL="5486400" lvl="7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500"/>
            </a:lvl8pPr>
            <a:lvl9pPr marL="6172200" lvl="8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5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1257300" y="9534526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6057900" y="9534526"/>
            <a:ext cx="61722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12915900" y="9534526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1257300" y="547688"/>
            <a:ext cx="15773400" cy="19883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5880497" y="-1884759"/>
            <a:ext cx="6527007" cy="1577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685800" lvl="0" indent="-51435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1371600" lvl="1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2057400" lvl="2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2743200" lvl="3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3429000" lvl="4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4114800" lvl="5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4800600" lvl="6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5486400" lvl="7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6172200" lvl="8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1257300" y="9534526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6057900" y="9534526"/>
            <a:ext cx="61722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12915900" y="9534526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10700147" y="2934891"/>
            <a:ext cx="8717757" cy="3943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2699147" y="-894159"/>
            <a:ext cx="8717757" cy="1160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685800" lvl="0" indent="-51435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1371600" lvl="1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2057400" lvl="2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2743200" lvl="3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3429000" lvl="4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4114800" lvl="5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4800600" lvl="6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5486400" lvl="7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6172200" lvl="8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1257300" y="9534526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6057900" y="9534526"/>
            <a:ext cx="61722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12915900" y="9534526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1257300" y="547688"/>
            <a:ext cx="15773400" cy="19883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1257300" y="2738438"/>
            <a:ext cx="15773400" cy="65270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1257300" y="9534526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6057900" y="9534526"/>
            <a:ext cx="61722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12915900" y="9534526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F3F3F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/>
          <p:nvPr/>
        </p:nvSpPr>
        <p:spPr>
          <a:xfrm>
            <a:off x="12262283" y="5998050"/>
            <a:ext cx="5726700" cy="3496525"/>
          </a:xfrm>
          <a:prstGeom prst="roundRect">
            <a:avLst>
              <a:gd name="adj" fmla="val 16667"/>
            </a:avLst>
          </a:prstGeom>
          <a:solidFill>
            <a:srgbClr val="5B9BD5"/>
          </a:solidFill>
          <a:ln w="762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37138" tIns="68550" rIns="137138" bIns="68550" anchor="t" anchorCtr="0">
            <a:noAutofit/>
          </a:bodyPr>
          <a:lstStyle/>
          <a:p>
            <a:pPr algn="ctr"/>
            <a:r>
              <a:rPr lang="en-US" sz="4800" dirty="0">
                <a:solidFill>
                  <a:schemeClr val="lt1"/>
                </a:solidFill>
                <a:latin typeface="Corben"/>
                <a:ea typeface="Corben"/>
                <a:cs typeface="Corben"/>
                <a:sym typeface="Corben"/>
              </a:rPr>
              <a:t>Drinks</a:t>
            </a:r>
            <a:endParaRPr sz="27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endParaRPr sz="3150" dirty="0"/>
          </a:p>
        </p:txBody>
      </p:sp>
      <p:sp>
        <p:nvSpPr>
          <p:cNvPr id="85" name="Google Shape;85;p13"/>
          <p:cNvSpPr/>
          <p:nvPr/>
        </p:nvSpPr>
        <p:spPr>
          <a:xfrm>
            <a:off x="429119" y="361060"/>
            <a:ext cx="5595904" cy="6735479"/>
          </a:xfrm>
          <a:prstGeom prst="roundRect">
            <a:avLst>
              <a:gd name="adj" fmla="val 16667"/>
            </a:avLst>
          </a:prstGeom>
          <a:solidFill>
            <a:srgbClr val="62953F"/>
          </a:solidFill>
          <a:ln w="762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37138" tIns="68550" rIns="137138" bIns="68550" anchor="t" anchorCtr="0">
            <a:noAutofit/>
          </a:bodyPr>
          <a:lstStyle/>
          <a:p>
            <a:pPr algn="ctr"/>
            <a:r>
              <a:rPr lang="en-US" sz="4800" dirty="0">
                <a:solidFill>
                  <a:schemeClr val="lt1"/>
                </a:solidFill>
                <a:latin typeface="Corben"/>
                <a:ea typeface="Corben"/>
                <a:cs typeface="Corben"/>
                <a:sym typeface="Corben"/>
              </a:rPr>
              <a:t>Food</a:t>
            </a:r>
            <a:endParaRPr lang="en-US" sz="27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endParaRPr sz="3150" dirty="0"/>
          </a:p>
        </p:txBody>
      </p:sp>
      <p:sp>
        <p:nvSpPr>
          <p:cNvPr id="86" name="Google Shape;86;p13"/>
          <p:cNvSpPr/>
          <p:nvPr/>
        </p:nvSpPr>
        <p:spPr>
          <a:xfrm>
            <a:off x="12223377" y="361057"/>
            <a:ext cx="5639849" cy="2625687"/>
          </a:xfrm>
          <a:prstGeom prst="roundRect">
            <a:avLst>
              <a:gd name="adj" fmla="val 16667"/>
            </a:avLst>
          </a:prstGeom>
          <a:solidFill>
            <a:srgbClr val="5B9BD5"/>
          </a:solidFill>
          <a:ln w="762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37138" tIns="68550" rIns="137138" bIns="68550" anchor="t" anchorCtr="0">
            <a:noAutofit/>
          </a:bodyPr>
          <a:lstStyle/>
          <a:p>
            <a:pPr algn="ctr"/>
            <a:r>
              <a:rPr lang="en-US" sz="4500">
                <a:solidFill>
                  <a:schemeClr val="lt1"/>
                </a:solidFill>
                <a:latin typeface="Corben"/>
                <a:ea typeface="Corben"/>
                <a:cs typeface="Corben"/>
                <a:sym typeface="Corben"/>
              </a:rPr>
              <a:t>Ice Cream</a:t>
            </a:r>
            <a:endParaRPr sz="1800"/>
          </a:p>
        </p:txBody>
      </p:sp>
      <p:sp>
        <p:nvSpPr>
          <p:cNvPr id="87" name="Google Shape;87;p13"/>
          <p:cNvSpPr/>
          <p:nvPr/>
        </p:nvSpPr>
        <p:spPr>
          <a:xfrm>
            <a:off x="12225406" y="3210868"/>
            <a:ext cx="5680800" cy="2546265"/>
          </a:xfrm>
          <a:prstGeom prst="roundRect">
            <a:avLst>
              <a:gd name="adj" fmla="val 16667"/>
            </a:avLst>
          </a:prstGeom>
          <a:solidFill>
            <a:srgbClr val="62953F"/>
          </a:solidFill>
          <a:ln w="762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37138" tIns="68550" rIns="137138" bIns="68550" anchor="t" anchorCtr="0">
            <a:noAutofit/>
          </a:bodyPr>
          <a:lstStyle/>
          <a:p>
            <a:pPr algn="ctr"/>
            <a:r>
              <a:rPr lang="en-US" sz="4800" dirty="0">
                <a:solidFill>
                  <a:schemeClr val="lt1"/>
                </a:solidFill>
                <a:latin typeface="Corben"/>
                <a:ea typeface="Corben"/>
                <a:cs typeface="Corben"/>
                <a:sym typeface="Corben"/>
              </a:rPr>
              <a:t>Snacks</a:t>
            </a:r>
            <a:endParaRPr sz="2700" dirty="0">
              <a:solidFill>
                <a:schemeClr val="lt1"/>
              </a:solidFill>
              <a:latin typeface="Corben"/>
              <a:ea typeface="Corben"/>
              <a:cs typeface="Corben"/>
              <a:sym typeface="Corben"/>
            </a:endParaRPr>
          </a:p>
          <a:p>
            <a:endParaRPr sz="3150" dirty="0"/>
          </a:p>
        </p:txBody>
      </p:sp>
      <p:sp>
        <p:nvSpPr>
          <p:cNvPr id="89" name="Google Shape;89;p13"/>
          <p:cNvSpPr/>
          <p:nvPr/>
        </p:nvSpPr>
        <p:spPr>
          <a:xfrm>
            <a:off x="7088288" y="5080575"/>
            <a:ext cx="4111650" cy="2695950"/>
          </a:xfrm>
          <a:prstGeom prst="roundRect">
            <a:avLst>
              <a:gd name="adj" fmla="val 16667"/>
            </a:avLst>
          </a:prstGeom>
          <a:solidFill>
            <a:schemeClr val="dk1"/>
          </a:solidFill>
          <a:ln w="762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37138" tIns="68550" rIns="137138" bIns="68550" anchor="t" anchorCtr="0">
            <a:noAutofit/>
          </a:bodyPr>
          <a:lstStyle/>
          <a:p>
            <a:pPr algn="ctr"/>
            <a:r>
              <a:rPr lang="en-US" sz="4350">
                <a:solidFill>
                  <a:schemeClr val="lt1"/>
                </a:solidFill>
                <a:latin typeface="Corben"/>
                <a:ea typeface="Corben"/>
                <a:cs typeface="Corben"/>
                <a:sym typeface="Corben"/>
              </a:rPr>
              <a:t>Splash Park</a:t>
            </a:r>
            <a:endParaRPr sz="3150"/>
          </a:p>
          <a:p>
            <a:pPr algn="ctr"/>
            <a:r>
              <a:rPr lang="en-US" sz="135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Bathing suit or swimmers required</a:t>
            </a:r>
            <a:endParaRPr sz="3150"/>
          </a:p>
          <a:p>
            <a:endParaRPr sz="1500" b="1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endParaRPr sz="3150"/>
          </a:p>
        </p:txBody>
      </p:sp>
      <p:sp>
        <p:nvSpPr>
          <p:cNvPr id="91" name="Google Shape;91;p13"/>
          <p:cNvSpPr/>
          <p:nvPr/>
        </p:nvSpPr>
        <p:spPr>
          <a:xfrm>
            <a:off x="6120210" y="9575388"/>
            <a:ext cx="6047550" cy="553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7138" tIns="68550" rIns="137138" bIns="68550" anchor="t" anchorCtr="0">
            <a:noAutofit/>
          </a:bodyPr>
          <a:lstStyle/>
          <a:p>
            <a:pPr algn="ctr"/>
            <a:r>
              <a:rPr lang="en-US" sz="2700" b="1" u="sng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StantonKY.gov/parks</a:t>
            </a:r>
            <a:endParaRPr sz="2700" u="sng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13"/>
          <p:cNvSpPr/>
          <p:nvPr/>
        </p:nvSpPr>
        <p:spPr>
          <a:xfrm>
            <a:off x="7086947" y="8096369"/>
            <a:ext cx="4111650" cy="1379250"/>
          </a:xfrm>
          <a:prstGeom prst="roundRect">
            <a:avLst>
              <a:gd name="adj" fmla="val 16667"/>
            </a:avLst>
          </a:prstGeom>
          <a:solidFill>
            <a:schemeClr val="dk1"/>
          </a:solidFill>
          <a:ln w="762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37138" tIns="68550" rIns="137138" bIns="68550" anchor="t" anchorCtr="0">
            <a:noAutofit/>
          </a:bodyPr>
          <a:lstStyle/>
          <a:p>
            <a:pPr algn="ctr"/>
            <a:r>
              <a:rPr lang="en-US" sz="2400" b="1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Go to our website to rent our Pavilions or Splash Park for your next private party!</a:t>
            </a:r>
            <a:endParaRPr sz="2400" b="1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13"/>
          <p:cNvSpPr txBox="1"/>
          <p:nvPr/>
        </p:nvSpPr>
        <p:spPr>
          <a:xfrm>
            <a:off x="623942" y="1330503"/>
            <a:ext cx="4038729" cy="56784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7138" tIns="137138" rIns="137138" bIns="137138" anchor="t" anchorCtr="0">
            <a:spAutoFit/>
          </a:bodyPr>
          <a:lstStyle/>
          <a:p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Pulled Pork Nachos</a:t>
            </a:r>
          </a:p>
          <a:p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Popcorn Chicken</a:t>
            </a:r>
          </a:p>
          <a:p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French Fries</a:t>
            </a:r>
          </a:p>
          <a:p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Baked Potato</a:t>
            </a:r>
          </a:p>
          <a:p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    + BBQ &amp; Cheese</a:t>
            </a:r>
          </a:p>
          <a:p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Cheeseburgers</a:t>
            </a:r>
          </a:p>
          <a:p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Hamburgers </a:t>
            </a:r>
          </a:p>
          <a:p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BBQ Sandwich</a:t>
            </a:r>
          </a:p>
          <a:p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Nachos w/ Cheese</a:t>
            </a:r>
          </a:p>
          <a:p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Pretzels </a:t>
            </a:r>
          </a:p>
          <a:p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Pizza</a:t>
            </a:r>
          </a:p>
          <a:p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Hotdog</a:t>
            </a:r>
          </a:p>
          <a:p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Pickles</a:t>
            </a:r>
          </a:p>
        </p:txBody>
      </p:sp>
      <p:sp>
        <p:nvSpPr>
          <p:cNvPr id="95" name="Google Shape;95;p13"/>
          <p:cNvSpPr txBox="1"/>
          <p:nvPr/>
        </p:nvSpPr>
        <p:spPr>
          <a:xfrm>
            <a:off x="12262283" y="1064589"/>
            <a:ext cx="2098588" cy="19389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7138" tIns="137138" rIns="137138" bIns="137138" anchor="t" anchorCtr="0">
            <a:spAutoFit/>
          </a:bodyPr>
          <a:lstStyle/>
          <a:p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Dippin’ Dots</a:t>
            </a:r>
          </a:p>
          <a:p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Slushies</a:t>
            </a:r>
          </a:p>
          <a:p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Ice Cream</a:t>
            </a:r>
          </a:p>
          <a:p>
            <a:r>
              <a:rPr lang="en-US" sz="2700" b="1" dirty="0" err="1">
                <a:latin typeface="Calibri"/>
                <a:ea typeface="Calibri"/>
                <a:cs typeface="Calibri"/>
                <a:sym typeface="Calibri"/>
              </a:rPr>
              <a:t>Icee</a:t>
            </a:r>
            <a:endParaRPr lang="en-US" sz="2700" b="1"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13"/>
          <p:cNvSpPr txBox="1"/>
          <p:nvPr/>
        </p:nvSpPr>
        <p:spPr>
          <a:xfrm>
            <a:off x="7196288" y="6638363"/>
            <a:ext cx="1819893" cy="11079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7138" tIns="137138" rIns="137138" bIns="137138" anchor="t" anchorCtr="0">
            <a:spAutoFit/>
          </a:bodyPr>
          <a:lstStyle/>
          <a:p>
            <a:r>
              <a:rPr lang="en-US" sz="2700" b="1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 &amp; Under</a:t>
            </a:r>
          </a:p>
          <a:p>
            <a:r>
              <a:rPr lang="en-US" sz="2700" b="1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4+</a:t>
            </a:r>
            <a:endParaRPr sz="3150"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13"/>
          <p:cNvSpPr txBox="1"/>
          <p:nvPr/>
        </p:nvSpPr>
        <p:spPr>
          <a:xfrm>
            <a:off x="12216861" y="3865157"/>
            <a:ext cx="2794273" cy="1762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7138" tIns="137138" rIns="137138" bIns="137138" anchor="t" anchorCtr="0">
            <a:spAutoFit/>
          </a:bodyPr>
          <a:lstStyle/>
          <a:p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Chips</a:t>
            </a:r>
          </a:p>
          <a:p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Candy</a:t>
            </a:r>
          </a:p>
          <a:p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Ring Pops</a:t>
            </a:r>
          </a:p>
          <a:p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Suckers</a:t>
            </a:r>
            <a:endParaRPr sz="2700" b="1"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13"/>
          <p:cNvSpPr txBox="1"/>
          <p:nvPr/>
        </p:nvSpPr>
        <p:spPr>
          <a:xfrm>
            <a:off x="12300214" y="6714883"/>
            <a:ext cx="2765592" cy="27699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7138" tIns="137138" rIns="137138" bIns="137138" anchor="t" anchorCtr="0">
            <a:spAutoFit/>
          </a:bodyPr>
          <a:lstStyle/>
          <a:p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Water</a:t>
            </a:r>
          </a:p>
          <a:p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Pop</a:t>
            </a:r>
          </a:p>
          <a:p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Gatorade</a:t>
            </a:r>
          </a:p>
          <a:p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Coffee</a:t>
            </a:r>
          </a:p>
          <a:p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Hot Chocolate</a:t>
            </a:r>
          </a:p>
          <a:p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Bug Juice</a:t>
            </a:r>
          </a:p>
        </p:txBody>
      </p:sp>
      <p:pic>
        <p:nvPicPr>
          <p:cNvPr id="3" name="Picture 2" descr="A logo with text and images&#10;&#10;Description automatically generated">
            <a:extLst>
              <a:ext uri="{FF2B5EF4-FFF2-40B4-BE49-F238E27FC236}">
                <a16:creationId xmlns:a16="http://schemas.microsoft.com/office/drawing/2014/main" id="{A140BA81-C294-3C49-CE13-809A6A584E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6811" y="-666974"/>
            <a:ext cx="6301420" cy="6301420"/>
          </a:xfrm>
          <a:prstGeom prst="rect">
            <a:avLst/>
          </a:prstGeom>
        </p:spPr>
      </p:pic>
      <p:sp>
        <p:nvSpPr>
          <p:cNvPr id="7" name="Google Shape;94;p13">
            <a:extLst>
              <a:ext uri="{FF2B5EF4-FFF2-40B4-BE49-F238E27FC236}">
                <a16:creationId xmlns:a16="http://schemas.microsoft.com/office/drawing/2014/main" id="{62947C0C-DF09-8682-D88B-73DDCB7FCE97}"/>
              </a:ext>
            </a:extLst>
          </p:cNvPr>
          <p:cNvSpPr txBox="1"/>
          <p:nvPr/>
        </p:nvSpPr>
        <p:spPr>
          <a:xfrm>
            <a:off x="4523526" y="1330503"/>
            <a:ext cx="1280708" cy="56784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7138" tIns="137138" rIns="137138" bIns="137138" anchor="t" anchorCtr="0">
            <a:spAutoFit/>
          </a:bodyPr>
          <a:lstStyle/>
          <a:p>
            <a:pPr algn="r"/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$6.00</a:t>
            </a:r>
          </a:p>
          <a:p>
            <a:pPr algn="r"/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$4.00</a:t>
            </a:r>
          </a:p>
          <a:p>
            <a:pPr algn="r"/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$4.00</a:t>
            </a:r>
          </a:p>
          <a:p>
            <a:pPr algn="r"/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$4.00</a:t>
            </a:r>
          </a:p>
          <a:p>
            <a:pPr algn="r"/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$8.00</a:t>
            </a:r>
          </a:p>
          <a:p>
            <a:pPr algn="r"/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$4.00</a:t>
            </a:r>
          </a:p>
          <a:p>
            <a:pPr algn="r"/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$3.00</a:t>
            </a:r>
          </a:p>
          <a:p>
            <a:pPr algn="r"/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$3.00</a:t>
            </a:r>
          </a:p>
          <a:p>
            <a:pPr algn="r"/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$3.00</a:t>
            </a:r>
          </a:p>
          <a:p>
            <a:pPr algn="r"/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$3.00</a:t>
            </a:r>
          </a:p>
          <a:p>
            <a:pPr algn="r"/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$2.50</a:t>
            </a:r>
          </a:p>
          <a:p>
            <a:pPr algn="r"/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$2.00</a:t>
            </a:r>
          </a:p>
          <a:p>
            <a:pPr algn="r"/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$1.00</a:t>
            </a:r>
          </a:p>
        </p:txBody>
      </p:sp>
      <p:sp>
        <p:nvSpPr>
          <p:cNvPr id="8" name="Google Shape;95;p13">
            <a:extLst>
              <a:ext uri="{FF2B5EF4-FFF2-40B4-BE49-F238E27FC236}">
                <a16:creationId xmlns:a16="http://schemas.microsoft.com/office/drawing/2014/main" id="{9B0F4187-B8F8-5B3F-A13D-5C3FC97DEE9B}"/>
              </a:ext>
            </a:extLst>
          </p:cNvPr>
          <p:cNvSpPr txBox="1"/>
          <p:nvPr/>
        </p:nvSpPr>
        <p:spPr>
          <a:xfrm>
            <a:off x="15463422" y="1064589"/>
            <a:ext cx="2211659" cy="19389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7138" tIns="137138" rIns="137138" bIns="137138" anchor="t" anchorCtr="0">
            <a:spAutoFit/>
          </a:bodyPr>
          <a:lstStyle/>
          <a:p>
            <a:pPr algn="r"/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$5.00</a:t>
            </a:r>
          </a:p>
          <a:p>
            <a:pPr algn="r"/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$3.00</a:t>
            </a:r>
            <a:endParaRPr sz="2700" b="1" dirty="0">
              <a:latin typeface="Calibri"/>
              <a:ea typeface="Calibri"/>
              <a:cs typeface="Calibri"/>
              <a:sym typeface="Calibri"/>
            </a:endParaRPr>
          </a:p>
          <a:p>
            <a:pPr algn="r"/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$1.00 - $3.00</a:t>
            </a:r>
            <a:endParaRPr sz="2700" b="1" dirty="0">
              <a:latin typeface="Calibri"/>
              <a:ea typeface="Calibri"/>
              <a:cs typeface="Calibri"/>
              <a:sym typeface="Calibri"/>
            </a:endParaRPr>
          </a:p>
          <a:p>
            <a:pPr algn="r"/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$2.00</a:t>
            </a:r>
            <a:endParaRPr sz="2700" b="1"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" name="Google Shape;97;p13">
            <a:extLst>
              <a:ext uri="{FF2B5EF4-FFF2-40B4-BE49-F238E27FC236}">
                <a16:creationId xmlns:a16="http://schemas.microsoft.com/office/drawing/2014/main" id="{9EE1B95F-CD3F-A7D2-DA60-CF6FF5A03971}"/>
              </a:ext>
            </a:extLst>
          </p:cNvPr>
          <p:cNvSpPr txBox="1"/>
          <p:nvPr/>
        </p:nvSpPr>
        <p:spPr>
          <a:xfrm>
            <a:off x="16715018" y="3875315"/>
            <a:ext cx="1122694" cy="1762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7138" tIns="137138" rIns="137138" bIns="137138" anchor="t" anchorCtr="0">
            <a:spAutoFit/>
          </a:bodyPr>
          <a:lstStyle/>
          <a:p>
            <a:pPr algn="r"/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$1.50</a:t>
            </a:r>
          </a:p>
          <a:p>
            <a:pPr algn="r"/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$2.00</a:t>
            </a:r>
            <a:endParaRPr sz="2700" b="1" dirty="0">
              <a:latin typeface="Calibri"/>
              <a:ea typeface="Calibri"/>
              <a:cs typeface="Calibri"/>
              <a:sym typeface="Calibri"/>
            </a:endParaRPr>
          </a:p>
          <a:p>
            <a:pPr algn="r"/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$1.00</a:t>
            </a:r>
            <a:endParaRPr sz="2700" b="1" dirty="0">
              <a:latin typeface="Calibri"/>
              <a:ea typeface="Calibri"/>
              <a:cs typeface="Calibri"/>
              <a:sym typeface="Calibri"/>
            </a:endParaRPr>
          </a:p>
          <a:p>
            <a:pPr algn="r"/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$.50</a:t>
            </a:r>
            <a:endParaRPr sz="2700" b="1"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" name="Google Shape;91;p13">
            <a:extLst>
              <a:ext uri="{FF2B5EF4-FFF2-40B4-BE49-F238E27FC236}">
                <a16:creationId xmlns:a16="http://schemas.microsoft.com/office/drawing/2014/main" id="{E768E4BB-7294-C79C-DC9A-3463E11732F0}"/>
              </a:ext>
            </a:extLst>
          </p:cNvPr>
          <p:cNvSpPr/>
          <p:nvPr/>
        </p:nvSpPr>
        <p:spPr>
          <a:xfrm>
            <a:off x="12764787" y="9630601"/>
            <a:ext cx="4635695" cy="553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7138" tIns="68550" rIns="137138" bIns="68550" anchor="t" anchorCtr="0">
            <a:noAutofit/>
          </a:bodyPr>
          <a:lstStyle/>
          <a:p>
            <a:pPr algn="ctr"/>
            <a:r>
              <a:rPr lang="en-US" sz="1800" b="1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* All prices subject to change without notice</a:t>
            </a: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" name="Google Shape;98;p13">
            <a:extLst>
              <a:ext uri="{FF2B5EF4-FFF2-40B4-BE49-F238E27FC236}">
                <a16:creationId xmlns:a16="http://schemas.microsoft.com/office/drawing/2014/main" id="{9F9E3A06-0A0F-C025-E6F2-8911E904EE99}"/>
              </a:ext>
            </a:extLst>
          </p:cNvPr>
          <p:cNvSpPr txBox="1"/>
          <p:nvPr/>
        </p:nvSpPr>
        <p:spPr>
          <a:xfrm>
            <a:off x="16602071" y="6724630"/>
            <a:ext cx="1290313" cy="27699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7138" tIns="137138" rIns="137138" bIns="137138" anchor="t" anchorCtr="0">
            <a:spAutoFit/>
          </a:bodyPr>
          <a:lstStyle/>
          <a:p>
            <a:pPr algn="r"/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$2.00</a:t>
            </a:r>
          </a:p>
          <a:p>
            <a:pPr algn="r"/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$2.00</a:t>
            </a:r>
          </a:p>
          <a:p>
            <a:pPr algn="r"/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$3.00</a:t>
            </a:r>
          </a:p>
          <a:p>
            <a:pPr algn="r"/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$2.00</a:t>
            </a:r>
          </a:p>
          <a:p>
            <a:pPr algn="r"/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$2.00</a:t>
            </a:r>
          </a:p>
          <a:p>
            <a:pPr algn="r"/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$2.00</a:t>
            </a:r>
          </a:p>
        </p:txBody>
      </p:sp>
      <p:sp>
        <p:nvSpPr>
          <p:cNvPr id="12" name="Google Shape;96;p13">
            <a:extLst>
              <a:ext uri="{FF2B5EF4-FFF2-40B4-BE49-F238E27FC236}">
                <a16:creationId xmlns:a16="http://schemas.microsoft.com/office/drawing/2014/main" id="{660C6046-143B-2EEF-E45D-8C25AD213FEF}"/>
              </a:ext>
            </a:extLst>
          </p:cNvPr>
          <p:cNvSpPr txBox="1"/>
          <p:nvPr/>
        </p:nvSpPr>
        <p:spPr>
          <a:xfrm>
            <a:off x="9897072" y="6638362"/>
            <a:ext cx="1231342" cy="11079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7138" tIns="137138" rIns="137138" bIns="137138" anchor="t" anchorCtr="0">
            <a:spAutoFit/>
          </a:bodyPr>
          <a:lstStyle/>
          <a:p>
            <a:pPr algn="r"/>
            <a:r>
              <a:rPr lang="en-US" sz="2700" b="1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Free</a:t>
            </a:r>
            <a:br>
              <a:rPr lang="en-US" sz="2700" b="1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2700" b="1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$3.00</a:t>
            </a:r>
            <a:endParaRPr sz="3150"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88;p13">
            <a:extLst>
              <a:ext uri="{FF2B5EF4-FFF2-40B4-BE49-F238E27FC236}">
                <a16:creationId xmlns:a16="http://schemas.microsoft.com/office/drawing/2014/main" id="{132B3B13-47BE-5309-7051-EE8B0467D879}"/>
              </a:ext>
            </a:extLst>
          </p:cNvPr>
          <p:cNvSpPr/>
          <p:nvPr/>
        </p:nvSpPr>
        <p:spPr>
          <a:xfrm>
            <a:off x="454037" y="7269795"/>
            <a:ext cx="5639850" cy="2627420"/>
          </a:xfrm>
          <a:prstGeom prst="roundRect">
            <a:avLst>
              <a:gd name="adj" fmla="val 16667"/>
            </a:avLst>
          </a:prstGeom>
          <a:solidFill>
            <a:srgbClr val="5B9BD5"/>
          </a:solidFill>
          <a:ln w="762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37138" tIns="68550" rIns="137138" bIns="68550" anchor="t" anchorCtr="0">
            <a:noAutofit/>
          </a:bodyPr>
          <a:lstStyle/>
          <a:p>
            <a:pPr algn="ctr"/>
            <a:r>
              <a:rPr lang="en-US" sz="4800" dirty="0">
                <a:solidFill>
                  <a:schemeClr val="lt1"/>
                </a:solidFill>
                <a:latin typeface="Corben"/>
                <a:ea typeface="Corben"/>
                <a:cs typeface="Corben"/>
                <a:sym typeface="Corben"/>
              </a:rPr>
              <a:t>Add-Ons</a:t>
            </a:r>
            <a:endParaRPr sz="2700" b="1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endParaRPr sz="3150" dirty="0"/>
          </a:p>
        </p:txBody>
      </p:sp>
      <p:sp>
        <p:nvSpPr>
          <p:cNvPr id="4" name="Google Shape;93;p13">
            <a:extLst>
              <a:ext uri="{FF2B5EF4-FFF2-40B4-BE49-F238E27FC236}">
                <a16:creationId xmlns:a16="http://schemas.microsoft.com/office/drawing/2014/main" id="{5147FFB7-2019-5DFA-21DE-EC6719E7ADC3}"/>
              </a:ext>
            </a:extLst>
          </p:cNvPr>
          <p:cNvSpPr txBox="1"/>
          <p:nvPr/>
        </p:nvSpPr>
        <p:spPr>
          <a:xfrm>
            <a:off x="439321" y="7970495"/>
            <a:ext cx="4048572" cy="19389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7138" tIns="137138" rIns="137138" bIns="137138" anchor="t" anchorCtr="0">
            <a:spAutoFit/>
          </a:bodyPr>
          <a:lstStyle/>
          <a:p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+Fries</a:t>
            </a:r>
          </a:p>
          <a:p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+Cheese</a:t>
            </a:r>
          </a:p>
          <a:p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+Jalapeños</a:t>
            </a:r>
          </a:p>
          <a:p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+Chili</a:t>
            </a:r>
          </a:p>
        </p:txBody>
      </p:sp>
      <p:sp>
        <p:nvSpPr>
          <p:cNvPr id="5" name="Google Shape;93;p13">
            <a:extLst>
              <a:ext uri="{FF2B5EF4-FFF2-40B4-BE49-F238E27FC236}">
                <a16:creationId xmlns:a16="http://schemas.microsoft.com/office/drawing/2014/main" id="{6BA6D69D-D564-788D-4DEE-BE71EB318321}"/>
              </a:ext>
            </a:extLst>
          </p:cNvPr>
          <p:cNvSpPr txBox="1"/>
          <p:nvPr/>
        </p:nvSpPr>
        <p:spPr>
          <a:xfrm>
            <a:off x="4622207" y="7958267"/>
            <a:ext cx="1303499" cy="19389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7138" tIns="137138" rIns="137138" bIns="137138" anchor="t" anchorCtr="0">
            <a:spAutoFit/>
          </a:bodyPr>
          <a:lstStyle/>
          <a:p>
            <a:pPr algn="r"/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$3.00</a:t>
            </a:r>
          </a:p>
          <a:p>
            <a:pPr algn="r"/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$1.00</a:t>
            </a:r>
          </a:p>
          <a:p>
            <a:pPr algn="r"/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$1.00</a:t>
            </a:r>
          </a:p>
          <a:p>
            <a:pPr algn="r"/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$1.00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79</TotalTime>
  <Words>171</Words>
  <Application>Microsoft Office PowerPoint</Application>
  <PresentationFormat>Custom</PresentationFormat>
  <Paragraphs>75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Corben</vt:lpstr>
      <vt:lpstr>Calibri</vt:lpstr>
      <vt:lpstr>Arial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Chad Birch</dc:creator>
  <cp:lastModifiedBy>Chad Birch</cp:lastModifiedBy>
  <cp:revision>18</cp:revision>
  <dcterms:modified xsi:type="dcterms:W3CDTF">2026-03-09T16:05:48Z</dcterms:modified>
</cp:coreProperties>
</file>