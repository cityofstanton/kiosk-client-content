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3F3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5998050"/>
            <a:ext cx="5726700" cy="3496525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429119" y="361061"/>
            <a:ext cx="5595904" cy="6069556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625687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25406" y="3210868"/>
            <a:ext cx="5680800" cy="2546265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9" name="Google Shape;89;p13"/>
          <p:cNvSpPr/>
          <p:nvPr/>
        </p:nvSpPr>
        <p:spPr>
          <a:xfrm>
            <a:off x="7088288" y="5080575"/>
            <a:ext cx="4111650" cy="26959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35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Splash Park</a:t>
            </a:r>
            <a:endParaRPr sz="3150"/>
          </a:p>
          <a:p>
            <a:pPr algn="ctr"/>
            <a:r>
              <a:rPr lang="en-US" sz="135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Bathing suit or swimmers required</a:t>
            </a:r>
            <a:endParaRPr sz="3150"/>
          </a:p>
          <a:p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or Splash Park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23942" y="1330503"/>
            <a:ext cx="4038729" cy="4847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Pulled Pork 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French Fries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Walking Tacos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Cheeseburgers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Hamburgers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BBQ Sandwich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Fla-Vor-Ice</a:t>
            </a:r>
          </a:p>
        </p:txBody>
      </p:sp>
      <p:sp>
        <p:nvSpPr>
          <p:cNvPr id="96" name="Google Shape;96;p13"/>
          <p:cNvSpPr txBox="1"/>
          <p:nvPr/>
        </p:nvSpPr>
        <p:spPr>
          <a:xfrm>
            <a:off x="7196288" y="6638363"/>
            <a:ext cx="1819893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&amp; Under</a:t>
            </a:r>
          </a:p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4+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12216861" y="3805523"/>
            <a:ext cx="2794273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6714883"/>
            <a:ext cx="2765592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pic>
        <p:nvPicPr>
          <p:cNvPr id="3" name="Picture 2" descr="A logo with text and images&#10;&#10;Description automatically generated">
            <a:extLst>
              <a:ext uri="{FF2B5EF4-FFF2-40B4-BE49-F238E27FC236}">
                <a16:creationId xmlns:a16="http://schemas.microsoft.com/office/drawing/2014/main" id="{A140BA81-C294-3C49-CE13-809A6A58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11" y="-666974"/>
            <a:ext cx="6301420" cy="6301420"/>
          </a:xfrm>
          <a:prstGeom prst="rect">
            <a:avLst/>
          </a:prstGeom>
        </p:spPr>
      </p:pic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523526" y="1330503"/>
            <a:ext cx="1280708" cy="4847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$6.00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15018" y="3815681"/>
            <a:ext cx="1122694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6602071" y="6724630"/>
            <a:ext cx="1290313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12" name="Google Shape;96;p13">
            <a:extLst>
              <a:ext uri="{FF2B5EF4-FFF2-40B4-BE49-F238E27FC236}">
                <a16:creationId xmlns:a16="http://schemas.microsoft.com/office/drawing/2014/main" id="{660C6046-143B-2EEF-E45D-8C25AD213FEF}"/>
              </a:ext>
            </a:extLst>
          </p:cNvPr>
          <p:cNvSpPr txBox="1"/>
          <p:nvPr/>
        </p:nvSpPr>
        <p:spPr>
          <a:xfrm>
            <a:off x="9897072" y="6638362"/>
            <a:ext cx="1231342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b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132B3B13-47BE-5309-7051-EE8B0467D879}"/>
              </a:ext>
            </a:extLst>
          </p:cNvPr>
          <p:cNvSpPr/>
          <p:nvPr/>
        </p:nvSpPr>
        <p:spPr>
          <a:xfrm>
            <a:off x="443835" y="7188982"/>
            <a:ext cx="5639850" cy="2305593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3;p13">
            <a:extLst>
              <a:ext uri="{FF2B5EF4-FFF2-40B4-BE49-F238E27FC236}">
                <a16:creationId xmlns:a16="http://schemas.microsoft.com/office/drawing/2014/main" id="{5147FFB7-2019-5DFA-21DE-EC6719E7ADC3}"/>
              </a:ext>
            </a:extLst>
          </p:cNvPr>
          <p:cNvSpPr txBox="1"/>
          <p:nvPr/>
        </p:nvSpPr>
        <p:spPr>
          <a:xfrm>
            <a:off x="429119" y="7889682"/>
            <a:ext cx="4048572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5" name="Google Shape;93;p13">
            <a:extLst>
              <a:ext uri="{FF2B5EF4-FFF2-40B4-BE49-F238E27FC236}">
                <a16:creationId xmlns:a16="http://schemas.microsoft.com/office/drawing/2014/main" id="{6BA6D69D-D564-788D-4DEE-BE71EB318321}"/>
              </a:ext>
            </a:extLst>
          </p:cNvPr>
          <p:cNvSpPr txBox="1"/>
          <p:nvPr/>
        </p:nvSpPr>
        <p:spPr>
          <a:xfrm>
            <a:off x="4612005" y="7877454"/>
            <a:ext cx="1303499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150</Words>
  <Application>Microsoft Office PowerPoint</Application>
  <PresentationFormat>Custom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Corben</vt:lpstr>
      <vt:lpstr>Calibri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29</cp:revision>
  <dcterms:modified xsi:type="dcterms:W3CDTF">2026-05-22T20:34:07Z</dcterms:modified>
</cp:coreProperties>
</file>