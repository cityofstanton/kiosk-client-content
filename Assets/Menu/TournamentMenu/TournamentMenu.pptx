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Corben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629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8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3600">
                <a:solidFill>
                  <a:srgbClr val="888888"/>
                </a:solidFill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3000">
                <a:solidFill>
                  <a:srgbClr val="888888"/>
                </a:solidFill>
              </a:defRPr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700">
                <a:solidFill>
                  <a:srgbClr val="888888"/>
                </a:solidFill>
              </a:defRPr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6477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800"/>
            </a:lvl1pPr>
            <a:lvl2pPr marL="1371600" lvl="1" indent="-609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200"/>
            </a:lvl2pPr>
            <a:lvl3pPr marL="2057400" lvl="2" indent="-5715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600"/>
            </a:lvl3pPr>
            <a:lvl4pPr marL="2743200" lvl="3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4pPr>
            <a:lvl5pPr marL="3429000" lvl="4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5pPr>
            <a:lvl6pPr marL="4114800" lvl="5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6pPr>
            <a:lvl7pPr marL="4800600" lvl="6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7pPr>
            <a:lvl8pPr marL="5486400" lvl="7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8pPr>
            <a:lvl9pPr marL="6172200" lvl="8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5880497" y="-1884759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10700147" y="2934891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2699147" y="-894159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F3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2262283" y="5998050"/>
            <a:ext cx="5726700" cy="3496525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Drinks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85" name="Google Shape;85;p13"/>
          <p:cNvSpPr/>
          <p:nvPr/>
        </p:nvSpPr>
        <p:spPr>
          <a:xfrm>
            <a:off x="429119" y="361061"/>
            <a:ext cx="5595904" cy="6735478"/>
          </a:xfrm>
          <a:prstGeom prst="roundRect">
            <a:avLst>
              <a:gd name="adj" fmla="val 16667"/>
            </a:avLst>
          </a:prstGeom>
          <a:solidFill>
            <a:srgbClr val="62953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Food</a:t>
            </a:r>
            <a:endParaRPr lang="en-US"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86" name="Google Shape;86;p13"/>
          <p:cNvSpPr/>
          <p:nvPr/>
        </p:nvSpPr>
        <p:spPr>
          <a:xfrm>
            <a:off x="12223377" y="361057"/>
            <a:ext cx="5639849" cy="2625687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50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Ice Cream</a:t>
            </a:r>
            <a:endParaRPr sz="1800"/>
          </a:p>
        </p:txBody>
      </p:sp>
      <p:sp>
        <p:nvSpPr>
          <p:cNvPr id="87" name="Google Shape;87;p13"/>
          <p:cNvSpPr/>
          <p:nvPr/>
        </p:nvSpPr>
        <p:spPr>
          <a:xfrm>
            <a:off x="12225406" y="3210868"/>
            <a:ext cx="5680800" cy="2546265"/>
          </a:xfrm>
          <a:prstGeom prst="roundRect">
            <a:avLst>
              <a:gd name="adj" fmla="val 16667"/>
            </a:avLst>
          </a:prstGeom>
          <a:solidFill>
            <a:srgbClr val="62953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Snacks</a:t>
            </a:r>
            <a:endParaRPr sz="2700" dirty="0">
              <a:solidFill>
                <a:schemeClr val="lt1"/>
              </a:solidFill>
              <a:latin typeface="Corben"/>
              <a:ea typeface="Corben"/>
              <a:cs typeface="Corben"/>
              <a:sym typeface="Corben"/>
            </a:endParaRPr>
          </a:p>
          <a:p>
            <a:endParaRPr sz="3150" dirty="0"/>
          </a:p>
        </p:txBody>
      </p:sp>
      <p:sp>
        <p:nvSpPr>
          <p:cNvPr id="89" name="Google Shape;89;p13"/>
          <p:cNvSpPr/>
          <p:nvPr/>
        </p:nvSpPr>
        <p:spPr>
          <a:xfrm>
            <a:off x="7088288" y="5080575"/>
            <a:ext cx="4111650" cy="269595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35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Splash Park</a:t>
            </a:r>
            <a:endParaRPr sz="3150"/>
          </a:p>
          <a:p>
            <a:pPr algn="ctr"/>
            <a:r>
              <a:rPr lang="en-US" sz="135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Bathing suit or swimmers required</a:t>
            </a:r>
            <a:endParaRPr sz="3150"/>
          </a:p>
          <a:p>
            <a:endParaRPr sz="15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/>
          </a:p>
        </p:txBody>
      </p:sp>
      <p:sp>
        <p:nvSpPr>
          <p:cNvPr id="91" name="Google Shape;91;p13"/>
          <p:cNvSpPr/>
          <p:nvPr/>
        </p:nvSpPr>
        <p:spPr>
          <a:xfrm>
            <a:off x="6120210" y="9575388"/>
            <a:ext cx="6047550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2700" b="1" u="sng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StantonKY.gov/parks</a:t>
            </a:r>
            <a:endParaRPr sz="27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086947" y="8096369"/>
            <a:ext cx="4111650" cy="137925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 to our website to rent our Pavilions or Splash Park for your next private party!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23942" y="1330503"/>
            <a:ext cx="4038729" cy="567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Pulled Pork Nachos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French Fries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Baked Potato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    + BBQ &amp; Cheese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Walking Tacos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Cheeseburgers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Hamburgers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BBQ Sandwich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Nachos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Pretzels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Pizza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Hotdog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Pickles</a:t>
            </a:r>
          </a:p>
        </p:txBody>
      </p:sp>
      <p:sp>
        <p:nvSpPr>
          <p:cNvPr id="95" name="Google Shape;95;p13"/>
          <p:cNvSpPr txBox="1"/>
          <p:nvPr/>
        </p:nvSpPr>
        <p:spPr>
          <a:xfrm>
            <a:off x="12262283" y="1064589"/>
            <a:ext cx="2098588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Dippin’ Dots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Slushies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Ice Cream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Fla-Vor-Ice</a:t>
            </a:r>
          </a:p>
        </p:txBody>
      </p:sp>
      <p:sp>
        <p:nvSpPr>
          <p:cNvPr id="96" name="Google Shape;96;p13"/>
          <p:cNvSpPr txBox="1"/>
          <p:nvPr/>
        </p:nvSpPr>
        <p:spPr>
          <a:xfrm>
            <a:off x="7196288" y="6638363"/>
            <a:ext cx="1819893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 &amp; Under</a:t>
            </a:r>
          </a:p>
          <a:p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4+</a:t>
            </a:r>
            <a:endParaRPr sz="315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2216861" y="3805523"/>
            <a:ext cx="2794273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Candy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Chips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Ring Pops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Suckers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2300214" y="6714883"/>
            <a:ext cx="2765592" cy="276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Gatorade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Water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Pop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Coffee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Hot Chocolate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Bug Juice</a:t>
            </a:r>
          </a:p>
        </p:txBody>
      </p:sp>
      <p:pic>
        <p:nvPicPr>
          <p:cNvPr id="3" name="Picture 2" descr="A logo with text and images&#10;&#10;Description automatically generated">
            <a:extLst>
              <a:ext uri="{FF2B5EF4-FFF2-40B4-BE49-F238E27FC236}">
                <a16:creationId xmlns:a16="http://schemas.microsoft.com/office/drawing/2014/main" id="{A140BA81-C294-3C49-CE13-809A6A584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811" y="-666974"/>
            <a:ext cx="6301420" cy="6301420"/>
          </a:xfrm>
          <a:prstGeom prst="rect">
            <a:avLst/>
          </a:prstGeom>
        </p:spPr>
      </p:pic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62947C0C-DF09-8682-D88B-73DDCB7FCE97}"/>
              </a:ext>
            </a:extLst>
          </p:cNvPr>
          <p:cNvSpPr txBox="1"/>
          <p:nvPr/>
        </p:nvSpPr>
        <p:spPr>
          <a:xfrm>
            <a:off x="4523526" y="1330503"/>
            <a:ext cx="1280708" cy="567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$6.00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$4.00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$4.00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$8.00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$5.00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$4.00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$2.50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$2.50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</p:txBody>
      </p:sp>
      <p:sp>
        <p:nvSpPr>
          <p:cNvPr id="8" name="Google Shape;95;p13">
            <a:extLst>
              <a:ext uri="{FF2B5EF4-FFF2-40B4-BE49-F238E27FC236}">
                <a16:creationId xmlns:a16="http://schemas.microsoft.com/office/drawing/2014/main" id="{9B0F4187-B8F8-5B3F-A13D-5C3FC97DEE9B}"/>
              </a:ext>
            </a:extLst>
          </p:cNvPr>
          <p:cNvSpPr txBox="1"/>
          <p:nvPr/>
        </p:nvSpPr>
        <p:spPr>
          <a:xfrm>
            <a:off x="15463422" y="1064589"/>
            <a:ext cx="2211659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$5.00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7;p13">
            <a:extLst>
              <a:ext uri="{FF2B5EF4-FFF2-40B4-BE49-F238E27FC236}">
                <a16:creationId xmlns:a16="http://schemas.microsoft.com/office/drawing/2014/main" id="{9EE1B95F-CD3F-A7D2-DA60-CF6FF5A03971}"/>
              </a:ext>
            </a:extLst>
          </p:cNvPr>
          <p:cNvSpPr txBox="1"/>
          <p:nvPr/>
        </p:nvSpPr>
        <p:spPr>
          <a:xfrm>
            <a:off x="16715018" y="3815681"/>
            <a:ext cx="1122694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$1.50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$.50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91;p13">
            <a:extLst>
              <a:ext uri="{FF2B5EF4-FFF2-40B4-BE49-F238E27FC236}">
                <a16:creationId xmlns:a16="http://schemas.microsoft.com/office/drawing/2014/main" id="{E768E4BB-7294-C79C-DC9A-3463E11732F0}"/>
              </a:ext>
            </a:extLst>
          </p:cNvPr>
          <p:cNvSpPr/>
          <p:nvPr/>
        </p:nvSpPr>
        <p:spPr>
          <a:xfrm>
            <a:off x="12764787" y="9630601"/>
            <a:ext cx="4635695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 All prices subject to change without notice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98;p13">
            <a:extLst>
              <a:ext uri="{FF2B5EF4-FFF2-40B4-BE49-F238E27FC236}">
                <a16:creationId xmlns:a16="http://schemas.microsoft.com/office/drawing/2014/main" id="{9F9E3A06-0A0F-C025-E6F2-8911E904EE99}"/>
              </a:ext>
            </a:extLst>
          </p:cNvPr>
          <p:cNvSpPr txBox="1"/>
          <p:nvPr/>
        </p:nvSpPr>
        <p:spPr>
          <a:xfrm>
            <a:off x="16602071" y="6724630"/>
            <a:ext cx="1290313" cy="276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</p:txBody>
      </p:sp>
      <p:sp>
        <p:nvSpPr>
          <p:cNvPr id="12" name="Google Shape;96;p13">
            <a:extLst>
              <a:ext uri="{FF2B5EF4-FFF2-40B4-BE49-F238E27FC236}">
                <a16:creationId xmlns:a16="http://schemas.microsoft.com/office/drawing/2014/main" id="{660C6046-143B-2EEF-E45D-8C25AD213FEF}"/>
              </a:ext>
            </a:extLst>
          </p:cNvPr>
          <p:cNvSpPr txBox="1"/>
          <p:nvPr/>
        </p:nvSpPr>
        <p:spPr>
          <a:xfrm>
            <a:off x="9897072" y="6638362"/>
            <a:ext cx="1231342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b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$3.00</a:t>
            </a:r>
            <a:endParaRPr sz="315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132B3B13-47BE-5309-7051-EE8B0467D879}"/>
              </a:ext>
            </a:extLst>
          </p:cNvPr>
          <p:cNvSpPr/>
          <p:nvPr/>
        </p:nvSpPr>
        <p:spPr>
          <a:xfrm>
            <a:off x="454037" y="7269795"/>
            <a:ext cx="5639850" cy="2305593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Add-Ons</a:t>
            </a:r>
            <a:endParaRPr sz="27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4" name="Google Shape;93;p13">
            <a:extLst>
              <a:ext uri="{FF2B5EF4-FFF2-40B4-BE49-F238E27FC236}">
                <a16:creationId xmlns:a16="http://schemas.microsoft.com/office/drawing/2014/main" id="{5147FFB7-2019-5DFA-21DE-EC6719E7ADC3}"/>
              </a:ext>
            </a:extLst>
          </p:cNvPr>
          <p:cNvSpPr txBox="1"/>
          <p:nvPr/>
        </p:nvSpPr>
        <p:spPr>
          <a:xfrm>
            <a:off x="439321" y="7970495"/>
            <a:ext cx="4048572" cy="152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+Cheese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+Jalapeños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+Chili</a:t>
            </a:r>
          </a:p>
        </p:txBody>
      </p:sp>
      <p:sp>
        <p:nvSpPr>
          <p:cNvPr id="5" name="Google Shape;93;p13">
            <a:extLst>
              <a:ext uri="{FF2B5EF4-FFF2-40B4-BE49-F238E27FC236}">
                <a16:creationId xmlns:a16="http://schemas.microsoft.com/office/drawing/2014/main" id="{6BA6D69D-D564-788D-4DEE-BE71EB318321}"/>
              </a:ext>
            </a:extLst>
          </p:cNvPr>
          <p:cNvSpPr txBox="1"/>
          <p:nvPr/>
        </p:nvSpPr>
        <p:spPr>
          <a:xfrm>
            <a:off x="4622207" y="7958267"/>
            <a:ext cx="1303499" cy="152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161</Words>
  <Application>Microsoft Office PowerPoint</Application>
  <PresentationFormat>Custom</PresentationFormat>
  <Paragraphs>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Corben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Chad Birch</dc:creator>
  <cp:lastModifiedBy>Chad Birch</cp:lastModifiedBy>
  <cp:revision>28</cp:revision>
  <dcterms:modified xsi:type="dcterms:W3CDTF">2026-05-20T04:59:57Z</dcterms:modified>
</cp:coreProperties>
</file>