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Corben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1E41"/>
    <a:srgbClr val="3F3F3F"/>
    <a:srgbClr val="5B9BD5"/>
    <a:srgbClr val="629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7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3600">
                <a:solidFill>
                  <a:srgbClr val="888888"/>
                </a:solidFill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3000">
                <a:solidFill>
                  <a:srgbClr val="888888"/>
                </a:solidFill>
              </a:defRPr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700">
                <a:solidFill>
                  <a:srgbClr val="888888"/>
                </a:solidFill>
              </a:defRPr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6477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800"/>
            </a:lvl1pPr>
            <a:lvl2pPr marL="1371600" lvl="1" indent="-609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200"/>
            </a:lvl2pPr>
            <a:lvl3pPr marL="2057400" lvl="2" indent="-5715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600"/>
            </a:lvl3pPr>
            <a:lvl4pPr marL="2743200" lvl="3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4pPr>
            <a:lvl5pPr marL="3429000" lvl="4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5pPr>
            <a:lvl6pPr marL="4114800" lvl="5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6pPr>
            <a:lvl7pPr marL="4800600" lvl="6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7pPr>
            <a:lvl8pPr marL="5486400" lvl="7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8pPr>
            <a:lvl9pPr marL="6172200" lvl="8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5880497" y="-1884759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10700147" y="2934891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2699147" y="-894159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9BD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2323246" y="1570331"/>
            <a:ext cx="5726700" cy="2695951"/>
          </a:xfrm>
          <a:prstGeom prst="roundRect">
            <a:avLst>
              <a:gd name="adj" fmla="val 16667"/>
            </a:avLst>
          </a:prstGeom>
          <a:solidFill>
            <a:srgbClr val="3F3F3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Cold Drinks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85" name="Google Shape;85;p13"/>
          <p:cNvSpPr/>
          <p:nvPr/>
        </p:nvSpPr>
        <p:spPr>
          <a:xfrm>
            <a:off x="281486" y="1570331"/>
            <a:ext cx="5595904" cy="2365565"/>
          </a:xfrm>
          <a:prstGeom prst="roundRect">
            <a:avLst>
              <a:gd name="adj" fmla="val 16667"/>
            </a:avLst>
          </a:prstGeom>
          <a:solidFill>
            <a:srgbClr val="181E4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Hot Drinks</a:t>
            </a:r>
            <a:endParaRPr sz="3150" dirty="0"/>
          </a:p>
        </p:txBody>
      </p:sp>
      <p:sp>
        <p:nvSpPr>
          <p:cNvPr id="87" name="Google Shape;87;p13"/>
          <p:cNvSpPr/>
          <p:nvPr/>
        </p:nvSpPr>
        <p:spPr>
          <a:xfrm>
            <a:off x="375525" y="5358869"/>
            <a:ext cx="5680800" cy="3306001"/>
          </a:xfrm>
          <a:prstGeom prst="roundRect">
            <a:avLst>
              <a:gd name="adj" fmla="val 16667"/>
            </a:avLst>
          </a:prstGeom>
          <a:solidFill>
            <a:srgbClr val="3F3F3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Snacks</a:t>
            </a:r>
            <a:endParaRPr sz="2700" dirty="0">
              <a:solidFill>
                <a:schemeClr val="lt1"/>
              </a:solidFill>
              <a:latin typeface="Corben"/>
              <a:ea typeface="Corben"/>
              <a:cs typeface="Corben"/>
              <a:sym typeface="Corben"/>
            </a:endParaRPr>
          </a:p>
          <a:p>
            <a:endParaRPr sz="3150" dirty="0"/>
          </a:p>
        </p:txBody>
      </p:sp>
      <p:sp>
        <p:nvSpPr>
          <p:cNvPr id="89" name="Google Shape;89;p13"/>
          <p:cNvSpPr/>
          <p:nvPr/>
        </p:nvSpPr>
        <p:spPr>
          <a:xfrm>
            <a:off x="7088288" y="5358869"/>
            <a:ext cx="4111650" cy="2354446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35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Skates</a:t>
            </a:r>
            <a:endParaRPr sz="3150" dirty="0"/>
          </a:p>
          <a:p>
            <a:pPr algn="ctr"/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Skate rentals are for 1 hour</a:t>
            </a:r>
            <a:endParaRPr sz="1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91" name="Google Shape;91;p13"/>
          <p:cNvSpPr/>
          <p:nvPr/>
        </p:nvSpPr>
        <p:spPr>
          <a:xfrm>
            <a:off x="6120210" y="9575388"/>
            <a:ext cx="6047550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2700" b="1" u="sng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StantonKY.gov/parks</a:t>
            </a:r>
            <a:endParaRPr sz="27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086947" y="8096369"/>
            <a:ext cx="4111650" cy="137925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 to our website to rent our Pavilions or Splash Park for your next private party!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66980" y="2587895"/>
            <a:ext cx="4038729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Coffee</a:t>
            </a:r>
          </a:p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Hot Chocolate</a:t>
            </a:r>
          </a:p>
        </p:txBody>
      </p:sp>
      <p:sp>
        <p:nvSpPr>
          <p:cNvPr id="96" name="Google Shape;96;p13"/>
          <p:cNvSpPr txBox="1"/>
          <p:nvPr/>
        </p:nvSpPr>
        <p:spPr>
          <a:xfrm>
            <a:off x="7196288" y="6549575"/>
            <a:ext cx="1819893" cy="1007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</a:p>
          <a:p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 &amp; Under</a:t>
            </a:r>
          </a:p>
        </p:txBody>
      </p:sp>
      <p:sp>
        <p:nvSpPr>
          <p:cNvPr id="97" name="Google Shape;97;p13"/>
          <p:cNvSpPr txBox="1"/>
          <p:nvPr/>
        </p:nvSpPr>
        <p:spPr>
          <a:xfrm>
            <a:off x="366980" y="6217471"/>
            <a:ext cx="4111650" cy="1945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Chocolate Chip Cookies</a:t>
            </a:r>
          </a:p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Rock Candy Sticks</a:t>
            </a:r>
          </a:p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Candy </a:t>
            </a:r>
          </a:p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Chips</a:t>
            </a:r>
          </a:p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Peppermint Spoons</a:t>
            </a:r>
          </a:p>
        </p:txBody>
      </p:sp>
      <p:sp>
        <p:nvSpPr>
          <p:cNvPr id="98" name="Google Shape;98;p13"/>
          <p:cNvSpPr txBox="1"/>
          <p:nvPr/>
        </p:nvSpPr>
        <p:spPr>
          <a:xfrm>
            <a:off x="12361177" y="2287164"/>
            <a:ext cx="3530336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Lemonade</a:t>
            </a:r>
          </a:p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Gatorade </a:t>
            </a:r>
          </a:p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Water</a:t>
            </a:r>
          </a:p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</a:p>
        </p:txBody>
      </p:sp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62947C0C-DF09-8682-D88B-73DDCB7FCE97}"/>
              </a:ext>
            </a:extLst>
          </p:cNvPr>
          <p:cNvSpPr txBox="1"/>
          <p:nvPr/>
        </p:nvSpPr>
        <p:spPr>
          <a:xfrm>
            <a:off x="4405710" y="2587895"/>
            <a:ext cx="1280708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$2.00</a:t>
            </a:r>
          </a:p>
        </p:txBody>
      </p:sp>
      <p:sp>
        <p:nvSpPr>
          <p:cNvPr id="9" name="Google Shape;97;p13">
            <a:extLst>
              <a:ext uri="{FF2B5EF4-FFF2-40B4-BE49-F238E27FC236}">
                <a16:creationId xmlns:a16="http://schemas.microsoft.com/office/drawing/2014/main" id="{9EE1B95F-CD3F-A7D2-DA60-CF6FF5A03971}"/>
              </a:ext>
            </a:extLst>
          </p:cNvPr>
          <p:cNvSpPr txBox="1"/>
          <p:nvPr/>
        </p:nvSpPr>
        <p:spPr>
          <a:xfrm>
            <a:off x="4865137" y="6227629"/>
            <a:ext cx="1122694" cy="1945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$2.00$2.00</a:t>
            </a:r>
          </a:p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$1.50</a:t>
            </a:r>
            <a:endParaRPr sz="27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$1.00</a:t>
            </a:r>
            <a:endParaRPr sz="27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91;p13">
            <a:extLst>
              <a:ext uri="{FF2B5EF4-FFF2-40B4-BE49-F238E27FC236}">
                <a16:creationId xmlns:a16="http://schemas.microsoft.com/office/drawing/2014/main" id="{E768E4BB-7294-C79C-DC9A-3463E11732F0}"/>
              </a:ext>
            </a:extLst>
          </p:cNvPr>
          <p:cNvSpPr/>
          <p:nvPr/>
        </p:nvSpPr>
        <p:spPr>
          <a:xfrm>
            <a:off x="12764787" y="9630601"/>
            <a:ext cx="4635695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 All prices subject to change without notice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98;p13">
            <a:extLst>
              <a:ext uri="{FF2B5EF4-FFF2-40B4-BE49-F238E27FC236}">
                <a16:creationId xmlns:a16="http://schemas.microsoft.com/office/drawing/2014/main" id="{9F9E3A06-0A0F-C025-E6F2-8911E904EE99}"/>
              </a:ext>
            </a:extLst>
          </p:cNvPr>
          <p:cNvSpPr txBox="1"/>
          <p:nvPr/>
        </p:nvSpPr>
        <p:spPr>
          <a:xfrm>
            <a:off x="15415264" y="2296911"/>
            <a:ext cx="2538084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$4.00</a:t>
            </a:r>
          </a:p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$2.00</a:t>
            </a:r>
          </a:p>
        </p:txBody>
      </p:sp>
      <p:sp>
        <p:nvSpPr>
          <p:cNvPr id="12" name="Google Shape;96;p13">
            <a:extLst>
              <a:ext uri="{FF2B5EF4-FFF2-40B4-BE49-F238E27FC236}">
                <a16:creationId xmlns:a16="http://schemas.microsoft.com/office/drawing/2014/main" id="{660C6046-143B-2EEF-E45D-8C25AD213FEF}"/>
              </a:ext>
            </a:extLst>
          </p:cNvPr>
          <p:cNvSpPr txBox="1"/>
          <p:nvPr/>
        </p:nvSpPr>
        <p:spPr>
          <a:xfrm>
            <a:off x="9809922" y="6549574"/>
            <a:ext cx="1318492" cy="1007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$10.00</a:t>
            </a:r>
            <a:b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$6.00</a:t>
            </a:r>
            <a:endParaRPr sz="315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07E2FA63-7C60-89B2-6579-9C802CCC6477}"/>
              </a:ext>
            </a:extLst>
          </p:cNvPr>
          <p:cNvSpPr/>
          <p:nvPr/>
        </p:nvSpPr>
        <p:spPr>
          <a:xfrm>
            <a:off x="12323246" y="5358869"/>
            <a:ext cx="5595904" cy="2956512"/>
          </a:xfrm>
          <a:prstGeom prst="roundRect">
            <a:avLst>
              <a:gd name="adj" fmla="val 16667"/>
            </a:avLst>
          </a:prstGeom>
          <a:solidFill>
            <a:srgbClr val="181E4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0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Miscellaneous</a:t>
            </a:r>
            <a:endParaRPr lang="en-US"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4" name="Google Shape;94;p13">
            <a:extLst>
              <a:ext uri="{FF2B5EF4-FFF2-40B4-BE49-F238E27FC236}">
                <a16:creationId xmlns:a16="http://schemas.microsoft.com/office/drawing/2014/main" id="{0CFE8B08-AEF9-5FCD-A749-23E5B3F1C5A3}"/>
              </a:ext>
            </a:extLst>
          </p:cNvPr>
          <p:cNvSpPr txBox="1"/>
          <p:nvPr/>
        </p:nvSpPr>
        <p:spPr>
          <a:xfrm>
            <a:off x="12408740" y="6376433"/>
            <a:ext cx="3504350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Gloves</a:t>
            </a:r>
          </a:p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Peppermint Chapstick</a:t>
            </a:r>
          </a:p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Hand Warmers</a:t>
            </a:r>
          </a:p>
          <a:p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Miscellaneous</a:t>
            </a:r>
          </a:p>
        </p:txBody>
      </p:sp>
      <p:sp>
        <p:nvSpPr>
          <p:cNvPr id="5" name="Google Shape;94;p13">
            <a:extLst>
              <a:ext uri="{FF2B5EF4-FFF2-40B4-BE49-F238E27FC236}">
                <a16:creationId xmlns:a16="http://schemas.microsoft.com/office/drawing/2014/main" id="{0F986EFF-2F84-5C71-D3A8-24F1E6CFEFD3}"/>
              </a:ext>
            </a:extLst>
          </p:cNvPr>
          <p:cNvSpPr txBox="1"/>
          <p:nvPr/>
        </p:nvSpPr>
        <p:spPr>
          <a:xfrm>
            <a:off x="15174257" y="6376433"/>
            <a:ext cx="2553921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$2.00 - $5.00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8ED30C9-D709-80AC-52E8-D9633D5BA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010" y="-604011"/>
            <a:ext cx="6074342" cy="607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106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Corben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Chad Birch</dc:creator>
  <cp:lastModifiedBy>Chad Birch</cp:lastModifiedBy>
  <cp:revision>27</cp:revision>
  <dcterms:modified xsi:type="dcterms:W3CDTF">2025-12-01T16:07:43Z</dcterms:modified>
</cp:coreProperties>
</file>